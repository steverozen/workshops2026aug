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37080" y="1771200"/>
            <a:ext cx="10027800" cy="343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000000"/>
                </a:solidFill>
                <a:latin typeface="Arial"/>
              </a:rPr>
              <a:t>Trajectory inference: Slingshot and Monocle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What we are trying to do: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Cells in a differentiation process are captured at all stages at once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We have no time axis, only a snapshot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Trajectory inference orders cells along a path of gradual change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Pseudotime = how far along that path a cell sits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It is a distance, not a clock. Units are arbitrary.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The two tools, in one sentence each: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Slingshot fits smooth curves through a cluster-level tree, and gives one pseudotime per lineage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Monocle 3 fits a principal graph to the UMAP embedding, and gives one pseudotime per cell, measured from a root you pick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Slingshot: how it works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Input: a reduced-dimension embedding plus a vector of cluster labels. That is all.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Stage 1, getLineages(): minimum spanning tree on the cluster centroids, which gives the branching structure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Stage 2, getCurves(): fit simultaneous principal curves, one per lineage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The curves are shrunk toward each other near branch points, so lineages share a trunk and then separate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640000"/>
            <a:ext cx="955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Slingshot stage 1: the cluster-level tree</a:t>
            </a:r>
          </a:p>
        </p:txBody>
      </p:sp>
      <p:pic>
        <p:nvPicPr>
          <p:cNvPr id="3" name="Picture 2" descr="fig_cluste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00" y="1272600"/>
            <a:ext cx="11000000" cy="45480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1560" y="5910676"/>
            <a:ext cx="9558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00000"/>
                </a:solidFill>
                <a:latin typeface="Arial"/>
              </a:rPr>
              <a:t>Schematic, drawn to show the algorithm. Not package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640000"/>
            <a:ext cx="955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Slingshot stage 2: one smooth curve per lineage</a:t>
            </a:r>
          </a:p>
        </p:txBody>
      </p:sp>
      <p:pic>
        <p:nvPicPr>
          <p:cNvPr id="3" name="Picture 2" descr="fig_slingsho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767" y="1272600"/>
            <a:ext cx="8660465" cy="4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1560" y="6262600"/>
            <a:ext cx="9558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00000"/>
                </a:solidFill>
                <a:latin typeface="Arial"/>
              </a:rPr>
              <a:t>The two curves nearly coincide along the trunk, then separate. Schematic, drawn to show the algorithm. Not package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Monocle 3: how it works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Input: a cell_data_set, built through Monocle's own preprocessing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cluster_cells() assigns both clusters and partitions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learn_graph() fits a principal graph by reversed graph embedding, within each partition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order_cells() sets the root, and pseudotime is the distance along the graph from that root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640000"/>
            <a:ext cx="955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Monocle 3: the principal graph, fitted to the embedding</a:t>
            </a:r>
          </a:p>
        </p:txBody>
      </p:sp>
      <p:pic>
        <p:nvPicPr>
          <p:cNvPr id="3" name="Picture 2" descr="fig_monocl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00" y="1272600"/>
            <a:ext cx="9800000" cy="4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1560" y="6262600"/>
            <a:ext cx="9558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00000"/>
                </a:solidFill>
                <a:latin typeface="Arial"/>
              </a:rPr>
              <a:t>Grey spokes show each cell assigned to its nearest vertex. Pseudotime is distance from the root along the black edges. Schematic, drawn to show the algorithm. Not package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Careful: the black dots mean different things</a:t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Slingshot's dots are cluster centroids. Eight clusters, eight dots. You can label each one with a cell type.</a:t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Monocle 3's dots are principal points: landmarks the algorithm invents to build a skeleton through the cells</a:t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They are not cells and not clusters, and no single one means anything biologically. Only the shape of the whole graph does.</a:t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How many is set by ncenter in learn_graph_control, usually far more than you have clusters</a:t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000" b="0">
                <a:solidFill>
                  <a:srgbClr val="000000"/>
                </a:solidFill>
                <a:latin typeface="Arial"/>
              </a:rPr>
              <a:t>They are what you name in order_cells(root_pr_nodes = ...), hence labels like Y_1 and Y_17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640000"/>
            <a:ext cx="955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The same picture, two different meanings</a:t>
            </a:r>
          </a:p>
        </p:txBody>
      </p:sp>
      <p:pic>
        <p:nvPicPr>
          <p:cNvPr id="3" name="Picture 2" descr="fig_vert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00" y="1272600"/>
            <a:ext cx="11000000" cy="45480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1560" y="5910676"/>
            <a:ext cx="9558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00000"/>
                </a:solidFill>
                <a:latin typeface="Arial"/>
              </a:rPr>
              <a:t>Left: one dot per cell type. Right: 28 landmarks, chosen by ncenter, individually meaningless. Schematic, drawn to show the algorithm. Not package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640000"/>
            <a:ext cx="955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The same data, the two models</a:t>
            </a:r>
          </a:p>
        </p:txBody>
      </p:sp>
      <p:pic>
        <p:nvPicPr>
          <p:cNvPr id="3" name="Picture 2" descr="fig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00" y="1272600"/>
            <a:ext cx="11000000" cy="45480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1560" y="5910676"/>
            <a:ext cx="9558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00000"/>
                </a:solidFill>
                <a:latin typeface="Arial"/>
              </a:rPr>
              <a:t>Schematic, drawn to show the algorithm. Not package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640000"/>
            <a:ext cx="955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Side by side: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560" y="1472600"/>
            <a:ext cx="2750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00000"/>
                </a:solidFill>
                <a:latin typeface="Arial"/>
              </a:rPr>
              <a:t> 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Topology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Fitted in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Pseudotime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Measured from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Branches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Disconnected parts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Cycles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DE on pseudotime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11560" y="1472600"/>
            <a:ext cx="3900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00000"/>
                </a:solidFill>
                <a:latin typeface="Arial"/>
              </a:rPr>
              <a:t>Slingshot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MST on clusters, then curves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Any reduced space, e.g. 10 PCs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Matrix: cells x lineages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A start cluster you supply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Explicit, named lineages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No, it connects everything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No, tree only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Not included, use tradeSeq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One Bioconductor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1560" y="1472600"/>
            <a:ext cx="3900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00000"/>
                </a:solidFill>
                <a:latin typeface="Arial"/>
              </a:rPr>
              <a:t>Monocle 3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Principal graph (SimplePPT)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The UMAP embedding, usually 2D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One vector per cell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Root nodes you supply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Structure in the graph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Yes, via partitions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Yes, loops can be closed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Built in: graph_test()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Framework, own object 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Difference 1: curves versus a graph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Slingshot gives a few smooth 1-D paths. That is the developmental picture most people already have in mind.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Monocle 3 gives a piecewise-linear skeleton that can branch repeatedly, close loops, and be disconnected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More flexible topology, but less smooth and harder to summarise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Difference 2: which space the fit happens in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This is the one with the biggest practical consequences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Slingshot can fit in, say, 10 PCs and only project to 2D for the figure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Monocle 3 fits the graph in the UMAP embedding itself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UMAP does not preserve global distances, so the trajectory inherits whatever distortion UMAP introduced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Change the UMAP seed or n_neighbors and the trajectory can change shape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Difference 3: per-lineage versus single pseudotime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Slingshot: a cell before the branch point gets a pseudotime in every downstream lineage, plus a weight for each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That is exactly what tradeSeq consumes to ask whether a gene behaves differently in lineage 1 than in lineage 2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Monocle 3: one number per cell, so branch-specific questions mean subsetting and re-running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Difference 4: composable versus all-in-one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Slingshot needs only an embedding and cluster labels, so it drops into a Seurat or scran workflow you already trust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Monocle 3 wants you inside its cell_data_set world: its normalization, its clustering, its batch alignment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Convenient if you start there, awkward if you are converting from Seurat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Gotchas to watch for: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Slingshot will connect anything you give it. Feed it T cells and monocytes together and it will draw a lineage between them.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So subset to related cells first, and set start.clus explicitly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Monocle 3 infers trajectories within a partition. Cells in other partitions get infinite pseudotime, which is the usual cause of a half-grey UMAP.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Neither tool finds the root for you. Direction comes from biology.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Which to use: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Start with Slingshot: the two stages are easy to reason about, and it composes with the Seurat workflow we used earlier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Reach for Monocle 3 when the topology is genuinely complex, or when you want the built-in DE and gene modules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In the dynverse benchmark Slingshot was among the top performers for linear and branching topologies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0000"/>
                </a:solidFill>
                <a:latin typeface="Arial"/>
              </a:rPr>
              <a:t>Note that the benchmark tested Monocle 2 (DDRTree), not Monocle 3, so that result does not transfer directly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Hands-on tutorials:</a:t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Slingshot, NBIS workshop-scRNAseq, Seurat-based, bone marrow data, Slingshot plus tradeSeq:</a:t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https://nbisweden.github.io/workshop-scRNAseq/labs/seurat/seurat_07_trajectory.html</a:t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Monocle 3, Galaxy Training Network, about 3 hours in R:</a:t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https://training.galaxyproject.org/training-material/topics/single-cell/tutorials/scrna-case_monocle3-rstudio/tutorial.html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1560" y="1272600"/>
            <a:ext cx="9558000" cy="411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References: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Street et al. 2018, Slingshot: cell lineage and pseudotime inference for single-cell transcriptomics, BMC Genomics. https://doi.org/10.1186/s12864-018-4772-0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Cao et al. 2019, The single-cell transcriptional landscape of mammalian organogenesis, Nature. https://doi.org/10.1038/s41586-019-0969-x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Saelens et al. 2019, A comparison of single-cell trajectory inference methods, Nature Biotechnology. https://doi.org/10.1038/s41587-019-0071-9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Van den Berge et al. 2020, Trajectory-based differential expression analysis for single-cell sequencing data, Nature Communications. https://doi.org/10.1038/s41467-020-14766-3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