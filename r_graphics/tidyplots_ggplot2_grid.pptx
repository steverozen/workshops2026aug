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DFEABCF-A573-4341-AF26-B53B309E8C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B977A51-6B04-4FFC-BDDA-190331EE42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405EB49-42CC-4192-AC4A-CA1FBB3E23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0B2FB0D-F636-4CFC-8CCA-066D144948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EC1B089-3496-4C92-8BEF-9C313CC3B9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E3B19E0-C521-43B8-A5AA-FD69AE4ADD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2D32838-1C29-4BDC-A718-463ADD1A4A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6AB8C5D-C60A-4B7B-AD6B-C0776A7843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62F6AC4-76E3-4CFD-BB94-7BBD7FC56A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E64C50C-EDCB-43C5-9272-236841F658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F1A5AAD-5C92-48DB-A26C-FE2EB657E0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1828800" y="908280"/>
            <a:ext cx="7140960" cy="1099440"/>
          </a:xfrm>
          <a:prstGeom prst="rect">
            <a:avLst/>
          </a:prstGeom>
          <a:noFill/>
          <a:ln w="9525">
            <a:solidFill>
              <a:srgbClr val="A0A0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2057400" y="1202400"/>
            <a:ext cx="31082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tidyplots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package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ectangle 4"/>
          <p:cNvSpPr/>
          <p:nvPr/>
        </p:nvSpPr>
        <p:spPr>
          <a:xfrm>
            <a:off x="3719520" y="1001160"/>
            <a:ext cx="4754160" cy="9136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tidyplot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object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5"/>
          <p:cNvSpPr/>
          <p:nvPr/>
        </p:nvSpPr>
        <p:spPr>
          <a:xfrm>
            <a:off x="1828800" y="2908080"/>
            <a:ext cx="7140960" cy="1093680"/>
          </a:xfrm>
          <a:prstGeom prst="rect">
            <a:avLst/>
          </a:prstGeom>
          <a:noFill/>
          <a:ln w="9525">
            <a:solidFill>
              <a:srgbClr val="A0A0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6"/>
          <p:cNvSpPr/>
          <p:nvPr/>
        </p:nvSpPr>
        <p:spPr>
          <a:xfrm>
            <a:off x="2057400" y="3283200"/>
            <a:ext cx="31082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ggplot2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package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8"/>
          <p:cNvSpPr/>
          <p:nvPr/>
        </p:nvSpPr>
        <p:spPr>
          <a:xfrm>
            <a:off x="4007520" y="2997360"/>
            <a:ext cx="4754160" cy="9136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ggplot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object (S7, use str(….) to inspect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layers · scales · coords · facets · theme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9"/>
          <p:cNvSpPr/>
          <p:nvPr/>
        </p:nvSpPr>
        <p:spPr>
          <a:xfrm>
            <a:off x="1828800" y="4871880"/>
            <a:ext cx="8530560" cy="1517040"/>
          </a:xfrm>
          <a:prstGeom prst="rect">
            <a:avLst/>
          </a:prstGeom>
          <a:noFill/>
          <a:ln w="9525">
            <a:solidFill>
              <a:srgbClr val="A0A0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2057400" y="5027400"/>
            <a:ext cx="31082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package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11"/>
          <p:cNvSpPr/>
          <p:nvPr/>
        </p:nvSpPr>
        <p:spPr>
          <a:xfrm>
            <a:off x="2057400" y="5727960"/>
            <a:ext cx="310824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graphical objects + viewports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12"/>
          <p:cNvSpPr/>
          <p:nvPr/>
        </p:nvSpPr>
        <p:spPr>
          <a:xfrm>
            <a:off x="5303520" y="5173920"/>
            <a:ext cx="2285280" cy="9136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gtable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gTree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hence a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grob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13"/>
          <p:cNvSpPr/>
          <p:nvPr/>
        </p:nvSpPr>
        <p:spPr>
          <a:xfrm>
            <a:off x="7772400" y="5173920"/>
            <a:ext cx="2285280" cy="91368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grobs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·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viewports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drawn to the device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5"/>
          <p:cNvSpPr/>
          <p:nvPr/>
        </p:nvSpPr>
        <p:spPr>
          <a:xfrm>
            <a:off x="6263640" y="2265840"/>
            <a:ext cx="3931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a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ggplot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Connector 16"/>
          <p:cNvCxnSpPr/>
          <p:nvPr/>
        </p:nvCxnSpPr>
        <p:spPr>
          <a:xfrm>
            <a:off x="6094440" y="4002120"/>
            <a:ext cx="720" cy="870480"/>
          </a:xfrm>
          <a:prstGeom prst="straightConnector1">
            <a:avLst/>
          </a:prstGeom>
          <a:ln w="15875">
            <a:solidFill>
              <a:srgbClr val="404040"/>
            </a:solidFill>
            <a:round/>
            <a:tailEnd len="med" type="triangle" w="med"/>
          </a:ln>
        </p:spPr>
      </p:cxnSp>
      <p:sp>
        <p:nvSpPr>
          <p:cNvPr id="72" name="TextBox 17"/>
          <p:cNvSpPr/>
          <p:nvPr/>
        </p:nvSpPr>
        <p:spPr>
          <a:xfrm>
            <a:off x="6126480" y="4090320"/>
            <a:ext cx="4205520" cy="5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ggplot_build()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then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ggplot_gtable()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" name="Connector 1"/>
          <p:cNvCxnSpPr/>
          <p:nvPr/>
        </p:nvCxnSpPr>
        <p:spPr>
          <a:xfrm>
            <a:off x="6094800" y="2022480"/>
            <a:ext cx="720" cy="870480"/>
          </a:xfrm>
          <a:prstGeom prst="straightConnector1">
            <a:avLst/>
          </a:prstGeom>
          <a:ln w="15875">
            <a:solidFill>
              <a:srgbClr val="404040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Application>LibreOffice/26.2.2.2$Linux_X86_64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2026-06-25T11:27:58Z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